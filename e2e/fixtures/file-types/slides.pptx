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BRF Filex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Self-hosted file management for the brf.sh stack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Why filex</a:t>
            </a:r>
          </a:p>
          <a:p>
            <a:r>
              <a:t>2. Architecture</a:t>
            </a:r>
          </a:p>
          <a:p>
            <a:r>
              <a:t>3. Storage drivers</a:t>
            </a:r>
          </a:p>
          <a:p>
            <a:r>
              <a:t>4. Sync pipeline</a:t>
            </a:r>
          </a:p>
          <a:p>
            <a:r>
              <a:t>5. Thumb pipeline</a:t>
            </a:r>
          </a:p>
          <a:p>
            <a:r>
              <a:t>6. Replica &amp; reconcile</a:t>
            </a:r>
          </a:p>
          <a:p>
            <a:r>
              <a:t>7.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filex?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Self-hosted: no SaaS lock-in</a:t>
            </a:r>
          </a:p>
          <a:p>
            <a:r>
              <a:t>Single binary: Go, no runtime</a:t>
            </a:r>
          </a:p>
          <a:p>
            <a:r>
              <a:t>Pluggable storage backends</a:t>
            </a:r>
          </a:p>
          <a:p>
            <a:r>
              <a:t>Replica for DR + air-gapped mirrors</a:t>
            </a:r>
          </a:p>
          <a:p>
            <a:r>
              <a:t>Queue-backed background work</a:t>
            </a:r>
          </a:p>
          <a:p>
            <a:r>
              <a:t>Bring-your-own thumb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HTTP API (chi) → handlers → services → store + storage drivers</a:t>
            </a:r>
          </a:p>
          <a:p/>
          <a:p>
            <a:r>
              <a:t>Storage drivers: local, s3, ftp, sftp, webdav</a:t>
            </a:r>
          </a:p>
          <a:p>
            <a:r>
              <a:t>Queue: sqlite (default), redis, postgres</a:t>
            </a:r>
          </a:p>
          <a:p>
            <a:r>
              <a:t>Search: bleve (embedded)</a:t>
            </a:r>
          </a:p>
          <a:p>
            <a:r>
              <a:t>Thumbs: ffmpeg + gs + libreoffice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local — fsnotify Watch, fastest path</a:t>
            </a:r>
          </a:p>
          <a:p>
            <a:r>
              <a:t>s3 — Hetzner / AWS / MinIO compatible</a:t>
            </a:r>
          </a:p>
          <a:p>
            <a:r>
              <a:t>ftp — legacy plain-text</a:t>
            </a:r>
          </a:p>
          <a:p>
            <a:r>
              <a:t>sftp — SSH-tunneled file transfer</a:t>
            </a:r>
          </a:p>
          <a:p>
            <a:r>
              <a:t>webdav — Pasbolt / Nextcloud bridge</a:t>
            </a:r>
          </a:p>
          <a:p>
            <a:r>
              <a:t>Roll your own: implement storage.Driver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Sync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Worker walks backend → reconcile vs DB</a:t>
            </a:r>
          </a:p>
          <a:p>
            <a:r>
              <a:t>Modes: poll (15min), fsnotify, ondemand</a:t>
            </a:r>
          </a:p>
          <a:p>
            <a:r>
              <a:t>Emits side-effect jobs to queue</a:t>
            </a:r>
          </a:p>
          <a:p>
            <a:r>
              <a:t>Thumb + index + replica fan-out</a:t>
            </a:r>
          </a:p>
          <a:p>
            <a:r>
              <a:t>Drift report: state=ok / drifted /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Replica &amp; Reconcile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Primary → replica fan-out</a:t>
            </a:r>
          </a:p>
          <a:p>
            <a:r>
              <a:t>Path-glob rules: mirror, append-only, skip</a:t>
            </a:r>
          </a:p>
          <a:p>
            <a:r>
              <a:t>Cron-driven reconcile report</a:t>
            </a:r>
          </a:p>
          <a:p>
            <a:r>
              <a:t>One-click 'Fix all' from admin UI</a:t>
            </a:r>
          </a:p>
          <a:p>
            <a:r>
              <a:t>Used in brf.sh DR setup (Hetzner ↔ brkip)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Docker image: brftech/filex</a:t>
            </a:r>
          </a:p>
          <a:p>
            <a:r>
              <a:t>Single binary inside (Go static)</a:t>
            </a:r>
          </a:p>
          <a:p>
            <a:r>
              <a:t>Frontend embedded at build time</a:t>
            </a:r>
          </a:p>
          <a:p>
            <a:r>
              <a:t>ffmpeg/gs/libreoffice for full thumbs</a:t>
            </a:r>
          </a:p>
          <a:p>
            <a:r>
              <a:t>~700 MB image, ~80 MB binary</a:t>
            </a:r>
          </a:p>
          <a:p>
            <a:r>
              <a:t>fm.brf.sh + demo-fm.brf.sh in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
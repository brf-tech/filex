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BRF Filex Demo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presentation to exercise OnlyOffice pptx rendering in the viewer audit.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